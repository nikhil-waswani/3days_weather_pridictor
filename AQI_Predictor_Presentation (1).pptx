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Ridge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0.8772</c:v>
                </c:pt>
                <c:pt idx="1">
                  <c:v>0.9986</c:v>
                </c:pt>
                <c:pt idx="2">
                  <c:v>0.9893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🌤️ AQI Forecast System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3C5FD"/>
                </a:solidFill>
              </a:rPr>
              <a:t>Predicting Air Quality Index for Khairpur, Pakistan — Next 3 Days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E4D8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04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8,520+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6883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Firestore 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228600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E4D8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2304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99.86%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06040" y="26883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Model 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28600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E4D8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304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 Models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6883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Compared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228600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E4D8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304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Live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0840" y="26883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Dashboard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Nikhil Waswani  ·  June 2026  ·  Pearls AQI Predictor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https://3daysweatherpridictor.streamlit.app/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Khairpur lacks dedicated air quality monitoring infrastructure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928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4708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Growing industrial activity and dust storms worsen air quality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5117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054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No early warning system for hazardous AQI levels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20954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1638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Citizens cannot plan outdoor activities based on future air quality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931920" cy="365760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Our Solution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828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40680" y="1828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Real-time data from OpenWeather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40680" y="2331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3 ML models trained on 8,520+ rows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40680" y="2834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All data in Firebase Firestore (cloud)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337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40680" y="3337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Fully automated, serverless pipeline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840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3840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Live dashboard accessible worldwide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188720"/>
            <a:ext cx="1554480" cy="2560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280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OpenWeather 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Pollutants + Weather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22860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65960" y="1188720"/>
            <a:ext cx="1554480" cy="2560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1280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6596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Pipeline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Every hour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GitHub Actions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49040" y="1188720"/>
            <a:ext cx="1554480" cy="256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1280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4904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Firebase Firestore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aqi_features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aqi_historical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22860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32120" y="1188720"/>
            <a:ext cx="1554480" cy="2560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32120" y="1280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53212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Every day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3 ML Models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22860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0" y="1188720"/>
            <a:ext cx="1554480" cy="2560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0" y="1280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31520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Streamlit Cloud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Live Predictions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563EB"/>
                </a:solidFill>
              </a:rPr>
              <a:t>All automation via GitHub Actions — zero manual intervention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Collection &amp; Firebase Firestore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Firestore Collections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3840480" cy="658368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🟠 aqi_features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019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Live hourly data — grows automatically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3840480" cy="658368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🟣 aqi_historical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791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8,520 backfilled historical rows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19 Features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hour, day, month — time patterns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pm2_5, pm10, co, no, no2, o3, so2, nh3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2976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251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temp, humidity, pressure, wind_speed, clouds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61772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572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aqi (EPA 0-500), aqi_change_rate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1828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2984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8,520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5488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Firestore Historical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Rows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1234440"/>
            <a:ext cx="1828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12984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38+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6656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Live Firestore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Rows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651760"/>
            <a:ext cx="1828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2715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8,558+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75488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Training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Rows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66560" y="2651760"/>
            <a:ext cx="1828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66560" y="2715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Hourly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76656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Auto Collection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Frequency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114800"/>
            <a:ext cx="402336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4160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2400E"/>
                </a:solidFill>
              </a:rPr>
              <a:t>EPA Formula: AQI = ((AQIhi-AQIlo)/(BPhi-BPlo)) × (PM2.5-BPlo) + AQIlo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023360" cy="1600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527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📅  Seasonal Trend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AQI peaks in summer (May-Aug). Winter months show lower AQI due to higher humidity.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4023360" cy="160020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527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🕐  Diurnal Pattern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AQI peaks at 7-9 AM (rush hour) and 6-8 PM. Lowest at 3-5 AM.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971800"/>
            <a:ext cx="4023360" cy="160020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🧪  PM2.5 Dominates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PM2.5 vs AQI: 0.87 correlation. PM10: 0.84. Temperature: ~0.00.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971800"/>
            <a:ext cx="4023360" cy="160020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📅  Weekly Patterns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5204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Weekdays show higher AQI than weekends due to industrial activity.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8 charts · eda_charts/ folder · Tools: Matplotlib, Seaborn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Machine Learning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51760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Baseline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Ridge Regression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RMSE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957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</a:rPr>
              <a:t>21.22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28803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R²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1272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0.8772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651760" cy="2560320"/>
          </a:xfrm>
          <a:prstGeom prst="rect">
            <a:avLst/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97280"/>
            <a:ext cx="265176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1155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Best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16642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1488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RMSE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3957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2.28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00400" y="28803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R² 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31272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</a:rPr>
              <a:t>0.9986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080760" y="109728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097280"/>
            <a:ext cx="265176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1155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Runner-up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16642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XGBoost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0760" y="21488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RMSE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23957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6.25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080760" y="28803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R² Score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0760" y="31272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0.9893</a:t>
            </a:r>
            <a:endParaRPr lang="en-US" sz="22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320040" y="3794760"/>
          <a:ext cx="850392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SHAP Feature Importance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Which features drive AQI predictions?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pm2_5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1645920"/>
            <a:ext cx="5029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16002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46.600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756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aqi_change_rate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2121408"/>
            <a:ext cx="215845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4685" y="20756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2.000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5117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pm10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03120" y="2596896"/>
            <a:ext cx="9144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255117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0.070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02666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nh3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03120" y="3072384"/>
            <a:ext cx="914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302666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0.004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5021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co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03120" y="3547872"/>
            <a:ext cx="914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35021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0.002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9776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hour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03120" y="4023360"/>
            <a:ext cx="9144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39776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0.002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3434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🔑  PM2.5 importance (46.60) is 23x higher than all other features combined. Weather features show ZERO importance — pollutants are the sole AQI drivers.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Live Dashboard &amp; Deployment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Dashboard Features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📍 Real-time AQI, PM2.5, temp, humidity, wind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📅 3-day forecast with delta change (+/-) from current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4505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📊 Standard US EPA AQI scale (0-500)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88950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📈 24-hour AQI trend chart from Firestore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32841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ℹ️ Model performance (RMSE: 2.28, R²: 0.9986)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7673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🗃️ Raw collected data table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Tech Stack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46320" y="1572768"/>
            <a:ext cx="1828800" cy="77724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18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Dashboard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892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Streamlit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1572768"/>
            <a:ext cx="1828800" cy="77724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618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Hosting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1892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Streamlit Cloud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487168"/>
            <a:ext cx="1828800" cy="77724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532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Live Data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807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Firestore aqi_features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2487168"/>
            <a:ext cx="1828800" cy="77724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532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Historical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807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Firestore aqi_historical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401568"/>
            <a:ext cx="1828800" cy="77724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447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7216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Random Forest ✅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3401568"/>
            <a:ext cx="1828800" cy="77724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3447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CI/CD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37216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5902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🔗  https://3daysweatherpridictor.streamlit.app/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Automated CI/CD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233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0233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feature_pipeline.yml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</a:rPr>
              <a:t>⏱️  Every Hour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→  Checkout repository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58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→  Setup Python 3.11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→  Install dependencies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081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→  Create Firebase credentials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→  Run feature_pipeline.py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9044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→  Save to Firestore aqi_features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402336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115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train_model.yml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</a:rPr>
              <a:t>📅  Every Day (midnight UTC)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847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→  Checkout repository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258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→  Setup Python 3.11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6700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→  Install ML dependencies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081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→  Load from aqi_historical (8,520 rows)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4930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→  Train Ridge, Random Forest, XGBoost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9044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→  Push best model.pkl to GitHub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908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🔒  All secrets stored as GitHub Repository Secrets — API keys never committed to code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Results &amp;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920240" cy="1463040"/>
          </a:xfrm>
          <a:prstGeom prst="rect">
            <a:avLst/>
          </a:prstGeom>
          <a:solidFill>
            <a:srgbClr val="1E3A5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9844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99.86%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20116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Model Accuracy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(R² Score)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1234440"/>
            <a:ext cx="1920240" cy="1463040"/>
          </a:xfrm>
          <a:prstGeom prst="rect">
            <a:avLst/>
          </a:prstGeom>
          <a:solidFill>
            <a:srgbClr val="1E3A5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29844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</a:rPr>
              <a:t>2.28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20116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RMSE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0-500 scale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234440"/>
            <a:ext cx="1920240" cy="1463040"/>
          </a:xfrm>
          <a:prstGeom prst="rect">
            <a:avLst/>
          </a:prstGeom>
          <a:solidFill>
            <a:srgbClr val="1E3A5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29844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8,558+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20116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Firestore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Training 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1234440"/>
            <a:ext cx="1920240" cy="146304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29844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Hourly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20116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Automated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Updates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Achievements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644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</a:rPr>
              <a:t>End-to-end serverless ML pipeline — fully automated, zero manual intervention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9417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4845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</a:rPr>
              <a:t>8,520 historical rows + live data stored in Firebase Firestore (cloud)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7822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03250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</a:rPr>
              <a:t>Random Forest: R²=0.9986, RMSE=2.28 on standard 0-500 EPA AQI scale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46227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41655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</a:rPr>
              <a:t>SHAP analysis: PM2.5 importance=46.60, weather features=0 (negligible)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github.com/Nikhil-Waswani/3days_Weather_pridictor  ·  https://3daysweatherpridictor.streamlit.app/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AQI Forecast — Khairpur, PK</dc:title>
  <dc:subject>PptxGenJS Presentation</dc:subject>
  <dc:creator>Nikhil Waswani</dc:creator>
  <cp:lastModifiedBy>Nikhil Waswani</cp:lastModifiedBy>
  <cp:revision>1</cp:revision>
  <dcterms:created xsi:type="dcterms:W3CDTF">2026-06-07T20:05:47Z</dcterms:created>
  <dcterms:modified xsi:type="dcterms:W3CDTF">2026-06-07T20:05:47Z</dcterms:modified>
</cp:coreProperties>
</file>